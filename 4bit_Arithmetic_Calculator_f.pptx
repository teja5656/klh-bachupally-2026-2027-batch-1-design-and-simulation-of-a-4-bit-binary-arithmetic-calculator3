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8456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OF A 4-BIT BINARY ARITHMETIC CALCULATOR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40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Subtract, Multiply and Divide implemented in Logisim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</a:rPr>
              <a:t>Batch Number:1</a:t>
            </a:r>
          </a:p>
          <a:p>
            <a:r>
              <a:rPr lang="en-US" sz="1400" dirty="0" err="1">
                <a:solidFill>
                  <a:schemeClr val="bg1"/>
                </a:solidFill>
              </a:rPr>
              <a:t>Thummeti</a:t>
            </a:r>
            <a:r>
              <a:rPr lang="en-US" sz="1400" dirty="0">
                <a:solidFill>
                  <a:schemeClr val="bg1"/>
                </a:solidFill>
              </a:rPr>
              <a:t> Teja-2620030003</a:t>
            </a:r>
          </a:p>
          <a:p>
            <a:r>
              <a:rPr lang="en-US" sz="1400" dirty="0">
                <a:solidFill>
                  <a:schemeClr val="bg1"/>
                </a:solidFill>
              </a:rPr>
              <a:t>Prakash Machgaiya-2620030067</a:t>
            </a:r>
          </a:p>
          <a:p>
            <a:r>
              <a:rPr lang="en-IN" sz="1400" b="0" i="0" u="none" strike="noStrike" dirty="0"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ANANYA  MALKAPURAM-262003006</a:t>
            </a:r>
            <a:r>
              <a:rPr lang="en-IN" sz="1400" dirty="0">
                <a:solidFill>
                  <a:schemeClr val="bg1"/>
                </a:solidFill>
                <a:latin typeface="Aptos Narrow" panose="020B0004020202020204" pitchFamily="34" charset="0"/>
              </a:rPr>
              <a:t>0</a:t>
            </a:r>
            <a:endParaRPr lang="en-IN" sz="1400" b="0" i="0" u="none" strike="noStrike" dirty="0">
              <a:solidFill>
                <a:schemeClr val="bg1"/>
              </a:solidFill>
              <a:effectLst/>
              <a:latin typeface="Aptos Narrow" panose="020B0004020202020204" pitchFamily="34" charset="0"/>
            </a:endParaRPr>
          </a:p>
          <a:p>
            <a:r>
              <a:rPr lang="en-IN" sz="1400" b="0" i="0" u="none" strike="noStrike" dirty="0"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Sai Lakshmi Harshini  Pemmaraju-2620030063</a:t>
            </a:r>
            <a:endParaRPr lang="en-IN" sz="1400" dirty="0">
              <a:solidFill>
                <a:schemeClr val="bg1"/>
              </a:solidFill>
            </a:endParaRPr>
          </a:p>
          <a:p>
            <a:pPr marL="0" indent="0">
              <a:spcAft>
                <a:spcPts val="400"/>
              </a:spcAft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arithmetic is the core of every processor: the ALU performs add, subtract, multiply and divide on binary data.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Combinational building blocks (gates, full adders, multiplexers) are combined to build multi-function arithmetic units.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4-bit calculator is a compact model of a real ALU, ideal for learning datapath design and simulation.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Logisim allows the circuit to be built, tested and verified before any hardware realisation.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760720" y="109728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0B1F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897880" y="109728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0972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operands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760720" y="228600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0B1F3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897880" y="228600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22860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760720" y="347472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0B1F3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897880" y="347472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3474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bus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0B1F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0972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 4-bit binary arithmetic calculator capable of performing addition, subtraction, multiplication and division.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8036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4-bit width (0–15); results can overflow; division gives integer quotient and remainder only; unsigned inputs.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246120" y="233172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42900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88036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circuits per operation waste hardware. A single selectable unit is compact and easier to control.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035040" y="233172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21792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88036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Reusing one adder for both add and subtract, and merging four operation results onto one 4-bit output.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02920" cy="502920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0972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4-bit adder using a ripple chain of four full adders.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502920" cy="502920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7830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the same adder for subtraction using B inversion and carry-in (2's complement).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502920" cy="502920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4688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a multiplier and a divider unit for the remaining operations.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502920" cy="502920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1546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required result on a single 4-bit output using a multiplexer.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502920" cy="502920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840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in Logisim and verify results against expected values.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7764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approaches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3611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Standalone ripple-carry adders and separate subtractor circuits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Dedicated array multipliers and restoring dividers built as independent modules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Commercial ALU ICs (e.g. 74181) with fixed function sets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Software emulation on microcontrollers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709160" y="1097280"/>
            <a:ext cx="397764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92040" y="12344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645920"/>
            <a:ext cx="3611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and subtract built as two circuits duplicate hardware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single interface to choose among all four operations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Fixed ICs are hard to modify or study internally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Software solutions are slower than combinational logic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Unified add / subtract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is conditionally inverted per bit and a carry-in is applied, so one adder does both.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4632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Ripple-carry adder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64592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1-bit full adders chained through their carry outputs (Cin to Cout).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008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 and divide units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42900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multiplier and divider blocks operate on the same A and B inputs.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663440" y="288036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84632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Mode-selected output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342900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multiplexer with a select input chooses which result reaches the 4-bit output.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Diagram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0B1F33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11887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(4-bit)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310896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0B1F33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57200" y="3108960"/>
            <a:ext cx="11887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B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(4-bit)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194560" y="310896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1FB6A6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194560" y="3108960"/>
            <a:ext cx="16459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inversion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/ XOR + MUX)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182880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1FB6A6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297680" y="1828800"/>
            <a:ext cx="16459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ripple adder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 full adders, Cin)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97680" y="310896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1FB6A6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297680" y="3108960"/>
            <a:ext cx="1645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297680" y="384048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1FB6A6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297680" y="3840480"/>
            <a:ext cx="1645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0" y="2103120"/>
            <a:ext cx="1280160" cy="1554480"/>
          </a:xfrm>
          <a:prstGeom prst="roundRect">
            <a:avLst>
              <a:gd name="adj" fmla="val 5714"/>
            </a:avLst>
          </a:prstGeom>
          <a:solidFill>
            <a:srgbClr val="0B1F33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00800" y="2103120"/>
            <a:ext cx="1280160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4:1 MUX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(output select)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863840" y="2468880"/>
            <a:ext cx="822960" cy="822960"/>
          </a:xfrm>
          <a:prstGeom prst="roundRect">
            <a:avLst>
              <a:gd name="adj" fmla="val 8889"/>
            </a:avLst>
          </a:prstGeom>
          <a:solidFill>
            <a:srgbClr val="1FB6A6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863840" y="2468880"/>
            <a:ext cx="8229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645920" y="1737360"/>
            <a:ext cx="2651760" cy="36576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645920" y="3474720"/>
            <a:ext cx="54864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V="1">
            <a:off x="3840480" y="2468880"/>
            <a:ext cx="457200" cy="82296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645920" y="1737360"/>
            <a:ext cx="2651760" cy="164592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645920" y="1737360"/>
            <a:ext cx="2651760" cy="237744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943600" y="2286000"/>
            <a:ext cx="457200" cy="27432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V="1">
            <a:off x="5943600" y="2926080"/>
            <a:ext cx="457200" cy="45720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5943600" y="3383280"/>
            <a:ext cx="457200" cy="73152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680960" y="2880360"/>
            <a:ext cx="1828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194560" y="109728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5B6B7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2194560" y="1097280"/>
            <a:ext cx="1645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select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840480" y="1371600"/>
            <a:ext cx="2926080" cy="73152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Logisim Implementation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4754880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/mnt/user-data/uploads/Screenshot_2026-09-19_153052.png"/>
          <p:cNvPicPr>
            <a:picLocks noChangeAspect="1"/>
          </p:cNvPicPr>
          <p:nvPr/>
        </p:nvPicPr>
        <p:blipFill>
          <a:blip r:embed="rId3"/>
          <a:srcRect l="-2189" r="-2189"/>
          <a:stretch/>
        </p:blipFill>
        <p:spPr>
          <a:xfrm>
            <a:off x="457200" y="960120"/>
            <a:ext cx="4572000" cy="3840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349240" y="96012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two 4-bit pins A and B, a 2-bit select pin and a Cin pin.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identical bit-slices: each has NOT gates, an XOR/OR gate and a 2:1 MUX to condition the B bit.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slice feeds a 1-bit adder; carries ripple from Cin at the top to the last Cout at the bottom.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splitter merges the four sum bits into one 4-bit bus.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 and divider blocks receive A and B directly.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final 4:1 MUX drives the 4-bit output pin.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Principle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143000"/>
            <a:ext cx="457200" cy="457200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0515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 conditioning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154680" y="1051560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bit, B passes through NOT gates and a MUX so it is either B or its complement, depending on the operation.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1874520"/>
            <a:ext cx="457200" cy="457200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1783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154680" y="1783080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B unchanged and Cin = 0, the ripple adder computes S = A + B.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251460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2606040"/>
            <a:ext cx="457200" cy="457200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25146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Subtraction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154680" y="2514600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B inverted and Cin = 1, the adder computes A + (~B) + 1 = A − B (2's complement).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324612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3337560"/>
            <a:ext cx="457200" cy="457200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2461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 / divide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154680" y="3246120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blocks compute A × B and A ÷ B (quotient, remainder) in parallel.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" y="4069080"/>
            <a:ext cx="457200" cy="457200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9436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39776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selection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154680" y="3977640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select bits pick one of the results and route it to the 4-bit output.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and Discussion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outputs for A = 0101 (5) and B = 0011 (3)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19202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4-bit output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+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Subtraction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−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×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÷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 = 1, R =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0001 (Q)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4290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match hand calculation for all four operations when the mode select is changed.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are 4-bit, so results above 15 wrap around (overflow), e.g. 9 × 3 = 27 shows as 1011.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screenshots of your Logisim runs here before submission.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16324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Unified datapath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ripple adder handles both addition and subtraction.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16324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74720" y="1325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calculator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8288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subtract, multiply and divide are available from one circuit.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118872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16324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9360" y="1325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18288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Logisim simulation matched the expected results.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848</Words>
  <Application>Microsoft Office PowerPoint</Application>
  <PresentationFormat>On-screen Show (16:9)</PresentationFormat>
  <Paragraphs>149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 Narrow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Teja T</cp:lastModifiedBy>
  <cp:revision>2</cp:revision>
  <dcterms:created xsi:type="dcterms:W3CDTF">2026-09-29T17:20:36Z</dcterms:created>
  <dcterms:modified xsi:type="dcterms:W3CDTF">2026-09-29T17:23:51Z</dcterms:modified>
</cp:coreProperties>
</file>